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78D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F4E79"/>
                </a:solidFill>
              </a:defRPr>
            </a:pPr>
            <a:r>
              <a:t>[Presentation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2B2B40"/>
                </a:solidFill>
              </a:defRPr>
            </a:pPr>
            <a:r>
              <a:t>[Subtitle or Speaker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009999"/>
                </a:solidFill>
              </a:defRPr>
            </a:pPr>
            <a:r>
              <a:t>ModelIt! K12 | Systems Thinking for Tomorrow's Scientists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8D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[Slide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B2B40"/>
                </a:solidFill>
              </a:defRPr>
            </a:pPr>
            <a:r>
              <a:t>Key point 1: Replace with your content</a:t>
            </a:r>
          </a:p>
          <a:p>
            <a:pPr>
              <a:defRPr sz="1800">
                <a:solidFill>
                  <a:srgbClr val="2B2B40"/>
                </a:solidFill>
              </a:defRPr>
            </a:pPr>
            <a:r>
              <a:t>Key point 2: Systems thinking approach</a:t>
            </a:r>
          </a:p>
          <a:p>
            <a:pPr>
              <a:defRPr sz="1800">
                <a:solidFill>
                  <a:srgbClr val="2B2B40"/>
                </a:solidFill>
              </a:defRPr>
            </a:pPr>
            <a:r>
              <a:t>Key point 3: NGSS alignment</a:t>
            </a:r>
          </a:p>
          <a:p>
            <a:pPr>
              <a:defRPr sz="1800">
                <a:solidFill>
                  <a:srgbClr val="2B2B40"/>
                </a:solidFill>
              </a:defRPr>
            </a:pPr>
            <a:r>
              <a:t>Key point 4: Cell Collective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2B2B40"/>
                </a:solidFill>
              </a:defRPr>
            </a:pPr>
            <a:r>
              <a:t>#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rgbClr val="1F4E7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solidFill>
            <a:srgbClr val="0078D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[Section Title]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9999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7772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[Two-Column Layout]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B2B40"/>
                </a:solidFill>
              </a:defRPr>
            </a:pPr>
            <a:r>
              <a:t>[Left Column Content]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600" y="16459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B2B40"/>
                </a:solidFill>
              </a:defRPr>
            </a:pPr>
            <a:r>
              <a:t>[Right Column Content]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1645920"/>
            <a:ext cx="45720" cy="4114800"/>
          </a:xfrm>
          <a:prstGeom prst="rect">
            <a:avLst/>
          </a:prstGeom>
          <a:solidFill>
            <a:srgbClr val="F2F6F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